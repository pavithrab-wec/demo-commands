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1460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914400"/>
            <a:ext cx="146304" cy="14630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987552"/>
            <a:ext cx="8869680" cy="0"/>
          </a:xfrm>
          <a:prstGeom prst="line">
            <a:avLst/>
          </a:prstGeom>
          <a:noFill/>
          <a:ln w="19050">
            <a:solidFill>
              <a:srgbClr val="3B41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&amp;  GITHUB  SEMINAR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GitHub Today,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Future Tomorrow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to real-world team collaboration and web deployment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21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Pavithra B  &amp;  Ranjana Devi K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— 3rd Year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6263640"/>
            <a:ext cx="1365701" cy="365760"/>
          </a:xfrm>
          <a:prstGeom prst="roundRect">
            <a:avLst>
              <a:gd name="adj" fmla="val 50000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6263640"/>
            <a:ext cx="13657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1541" y="6263640"/>
            <a:ext cx="846557" cy="365760"/>
          </a:xfrm>
          <a:prstGeom prst="roundRect">
            <a:avLst>
              <a:gd name="adj" fmla="val 50000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71541" y="6263640"/>
            <a:ext cx="846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0978" y="6263640"/>
            <a:ext cx="2014630" cy="365760"/>
          </a:xfrm>
          <a:prstGeom prst="roundRect">
            <a:avLst>
              <a:gd name="adj" fmla="val 50000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00978" y="6263640"/>
            <a:ext cx="2014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98488" y="6263640"/>
            <a:ext cx="2663559" cy="365760"/>
          </a:xfrm>
          <a:prstGeom prst="roundRect">
            <a:avLst>
              <a:gd name="adj" fmla="val 50000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8488" y="6263640"/>
            <a:ext cx="2663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Multi-Contributor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commit to a live deployed website — as a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30552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02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77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DVCS basics &amp; why it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300984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Setup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47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4-stage flow, install &amp; config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471416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Commands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718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commit · log · diff ·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64184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13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&amp; Remotes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888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· push · pull · fetch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874520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27648" y="2130552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2764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002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Demo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377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+ 2 contributors, one repo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44952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3300984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2764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Requests &amp; Merge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547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approve, merge into main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215384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4471416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Stash · Rebase · Conflicts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718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real team friction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5385816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27648" y="564184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27648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513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5888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with GitHub Pages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Distributed Version Control System (DVCS) that tracks every change in source code and lets developers collaborate without overwriting each other's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255264"/>
            <a:ext cx="128016" cy="12801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1455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&amp; keeps full history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712464"/>
            <a:ext cx="128016" cy="12801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6027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restore any previous version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169664"/>
            <a:ext cx="128016" cy="12801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0599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safe branching &amp; experimentation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626864"/>
            <a:ext cx="128016" cy="12801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5171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offline, then syncs later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084064"/>
            <a:ext cx="128016" cy="12801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9743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skill for every developer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60920" y="1600200"/>
            <a:ext cx="4279392" cy="4434840"/>
          </a:xfrm>
          <a:prstGeom prst="roundRect">
            <a:avLst>
              <a:gd name="adj" fmla="val 192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LIFECYCLE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2331720"/>
            <a:ext cx="3730752" cy="713232"/>
          </a:xfrm>
          <a:prstGeom prst="roundRect">
            <a:avLst>
              <a:gd name="adj" fmla="val 8974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715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your files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044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35240" y="3300984"/>
            <a:ext cx="3730752" cy="713232"/>
          </a:xfrm>
          <a:prstGeom prst="roundRect">
            <a:avLst>
              <a:gd name="adj" fmla="val 8974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18120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3685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014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35240" y="4270248"/>
            <a:ext cx="3730752" cy="713232"/>
          </a:xfrm>
          <a:prstGeom prst="roundRect">
            <a:avLst>
              <a:gd name="adj" fmla="val 8974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4352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Repository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4654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4983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35240" y="5239512"/>
            <a:ext cx="3730752" cy="713232"/>
          </a:xfrm>
          <a:prstGeom prst="roundRect">
            <a:avLst>
              <a:gd name="adj" fmla="val 8974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5321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(GitHub)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vs. GitHub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tools that work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— the tool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587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on your local machine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Command-line based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89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Tracks &amp; manages code history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92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completely offline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031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the platform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service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Hosts Git repositories online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Web-based interface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389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Enables team collaboration &amp; sharing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892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Adds Pull Requests, Issues, Pages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and manages changes — GitHub helps people collaborate, share, and build projects together.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moves through four stages before it reaches your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395728"/>
            <a:ext cx="512064" cy="51206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9562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 files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901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0268" y="2395728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02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ready to commit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1901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4908" y="2395728"/>
            <a:ext cx="512064" cy="51206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490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permanently, locally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1901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99548" y="2395728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9954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017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 GitHub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FLOW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 →  Add  →  Commit  →  Push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locally as often as you like — it's free. Push only when your changes are ready to share.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SETUP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Configuration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before your first commit.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Git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67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git-scm.com and run the installer for your 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71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it worked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91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confirm the version.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953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identity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215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signed with this name &amp; email.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46904"/>
            <a:ext cx="457200" cy="45720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919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config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39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settings were saved correctly.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196596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2.44.0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\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"Pavithra B"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\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"you@example.com"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--list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= Pavithra 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 = you@example.com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CORE TOOLKIT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Git Commands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toolkit — simple commands, powerful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2996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029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688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repository in this folder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18211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82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6210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 &amp; what's staged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4334256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3342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7731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changes to the staging area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30952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54864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486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592531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locally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02996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2029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4688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commit history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026664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82512" y="318211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3182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6210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working dir vs staged changes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178808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334256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2512" y="43342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382512" y="47731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 to your machine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330952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82512" y="54864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5486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592531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branches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BRANCHING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Basics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new features without touching the stable main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5212080" cy="0"/>
          </a:xfrm>
          <a:prstGeom prst="line">
            <a:avLst/>
          </a:prstGeom>
          <a:noFill/>
          <a:ln w="38100">
            <a:solidFill>
              <a:srgbClr val="1B1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944368"/>
            <a:ext cx="146304" cy="14630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7248" y="2944368"/>
            <a:ext cx="146304" cy="14630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04688" y="2944368"/>
            <a:ext cx="146304" cy="14630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2103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103120"/>
            <a:ext cx="0" cy="841248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03120"/>
            <a:ext cx="0" cy="841248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2029968"/>
            <a:ext cx="146304" cy="14630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2029968"/>
            <a:ext cx="146304" cy="14630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1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&lt;name&gt;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4564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913632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913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&lt;name&gt;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switch in one step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398264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3982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&lt;name&gt;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44256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existing branch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882896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82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910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branch into main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36752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675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&lt;name&gt;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5394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merged branch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1874520"/>
            <a:ext cx="498348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9516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95160" y="257860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42048" y="24780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directly to main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95160" y="3108960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42048" y="30083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= one feature or fix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95160" y="3639312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42048" y="3538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naming: feature/, bugfix/, hotfix/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95160" y="4169664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42048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latest main before branching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95160" y="4700016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42048" y="4599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branches once they're merged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95160" y="523036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42048" y="5129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branches short-lived &amp; focused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REMOTES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· Pull · Fetch · Push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local repo talks to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148840"/>
            <a:ext cx="640080" cy="64008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35584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214884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66160" y="335584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remote changes into your branch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8745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2148840"/>
            <a:ext cx="640080" cy="64008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335584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changes but don't merge them yet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89720" y="18745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95560" y="214884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955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26880" y="335584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&lt;branch&gt;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local commits to GitHub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ECE8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532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783080" y="55321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default name Git gives to the remote repository you cloned from.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COLLABORATION DEMO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Repository, Three Roles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cse-github-seminar — every real project runs on this exact 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21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77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repository, reviews Pull Requests, and merges approved 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10312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121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377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Pavithra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Clones, branches, and pushes the homepage feature.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210312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979408" y="2121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79408" y="2377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Ranjana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Clones, branches, and pushes the about page feature.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53032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781048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81048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85440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013456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13456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117848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45864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45864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350256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78272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78272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82664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10680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10680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815072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943088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43088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047480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75496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75496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279888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407904" y="4297680"/>
            <a:ext cx="1122680" cy="777240"/>
          </a:xfrm>
          <a:prstGeom prst="roundRect">
            <a:avLst>
              <a:gd name="adj" fmla="val 823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07904" y="4297680"/>
            <a:ext cx="1122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centerpiece of the seminar: watch this exact flow happen live, twice.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Contributor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Pavithra and Ranjana each run before opening a Pull Request.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8013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78308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latest version of 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2459736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4597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feature-contributor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4414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 branch to work safely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9981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09981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create files — e.g. contributor.html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776472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3776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581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changes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contributor page"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41655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locally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0749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feature-contributor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0749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branch to GitHub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7607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97280" y="5751576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43000" y="57515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a Pull Request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73328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Owner to review &amp; merge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Review &amp; Merge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goes through the same checkpoint.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1783080"/>
            <a:ext cx="3200400" cy="914400"/>
          </a:xfrm>
          <a:prstGeom prst="roundRect">
            <a:avLst>
              <a:gd name="adj" fmla="val 9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 Opened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checks: code · functionality · security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2697480"/>
            <a:ext cx="-2103120" cy="822960"/>
          </a:xfrm>
          <a:prstGeom prst="line">
            <a:avLst/>
          </a:prstGeom>
          <a:noFill/>
          <a:ln w="25400">
            <a:solidFill>
              <a:srgbClr val="6A6E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697480"/>
            <a:ext cx="2103120" cy="822960"/>
          </a:xfrm>
          <a:prstGeom prst="line">
            <a:avLst/>
          </a:prstGeom>
          <a:noFill/>
          <a:ln w="25400">
            <a:solidFill>
              <a:srgbClr val="6A6E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566160"/>
            <a:ext cx="4663440" cy="1417320"/>
          </a:xfrm>
          <a:prstGeom prst="roundRect">
            <a:avLst>
              <a:gd name="adj" fmla="val 6452"/>
            </a:avLst>
          </a:prstGeom>
          <a:solidFill>
            <a:srgbClr val="FDECE8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Changes Requested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69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leaves a comment (e.g. "Please update the heading"). Contributor edits, commits, and pushes again — the same PR updates automatically.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3566160"/>
            <a:ext cx="4663440" cy="1417320"/>
          </a:xfrm>
          <a:prstGeom prst="roundRect">
            <a:avLst>
              <a:gd name="adj" fmla="val 6452"/>
            </a:avLst>
          </a:prstGeom>
          <a:solidFill>
            <a:srgbClr val="E4F7F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Looks Good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4069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clicks Approve, then Merge Pull Request, then Confirm Merge. The feature branch's history joins main.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loops back to the contributor workflow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5349240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is updated  →  every contributor runs git pull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TEAM FRICTION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Stash: Pause Without Committing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to another branch and fix something" — without losing unfinished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03504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41804" y="1965960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7252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2116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90416" y="1965960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45864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00728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39028" y="1965960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4476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9340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other work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87640" y="1965960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43088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97952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36252" y="1965960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91700" y="1965960"/>
            <a:ext cx="171145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46564" y="1965960"/>
            <a:ext cx="16017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3192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uncommitted changes temporarily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50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3977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saved stashes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0857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6085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063240" y="463600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latest stash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26694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2669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063240" y="529437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applied stash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18120" y="3291840"/>
            <a:ext cx="3794760" cy="2651760"/>
          </a:xfrm>
          <a:prstGeom prst="roundRect">
            <a:avLst>
              <a:gd name="adj" fmla="val 3448"/>
            </a:avLst>
          </a:prstGeom>
          <a:solidFill>
            <a:srgbClr val="FDECE8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388620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suddenly needs an urgent fix on another branch. You don't want to commit half-finished work just to switch — stash keeps it safe until you're ready to continue.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TEAM FRICTION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vs. Rebase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integrate changes — the history they leave behind is different.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5237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histories with a new merge commit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090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every original commit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shared / team branches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325112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feature integration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feature-branch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F05133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78308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7830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29400" y="2624328"/>
            <a:ext cx="118872" cy="11887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25237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commits on top of main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3191256"/>
            <a:ext cx="118872" cy="11887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3090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commit IDs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3758184"/>
            <a:ext cx="118872" cy="11887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linear history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325112"/>
            <a:ext cx="118872" cy="11887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your own feature branch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rebase a branch that other people are already using — rebase rewrites commit history.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TEAM FRICTION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a Merge Conflict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impressive — and most useful — live demo of the seminar.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5623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occurs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" y="2276856"/>
            <a:ext cx="0" cy="256032"/>
          </a:xfrm>
          <a:prstGeom prst="line">
            <a:avLst/>
          </a:prstGeom>
          <a:noFill/>
          <a:ln w="25400">
            <a:solidFill>
              <a:srgbClr val="E1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32888"/>
            <a:ext cx="402336" cy="40233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146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" y="2935224"/>
            <a:ext cx="0" cy="256032"/>
          </a:xfrm>
          <a:prstGeom prst="line">
            <a:avLst/>
          </a:prstGeom>
          <a:noFill/>
          <a:ln w="25400">
            <a:solidFill>
              <a:srgbClr val="E1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91256"/>
            <a:ext cx="402336" cy="40233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1729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keep the right content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" y="3593592"/>
            <a:ext cx="0" cy="256032"/>
          </a:xfrm>
          <a:prstGeom prst="line">
            <a:avLst/>
          </a:prstGeom>
          <a:noFill/>
          <a:ln w="25400">
            <a:solidFill>
              <a:srgbClr val="E1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9624"/>
            <a:ext cx="402336" cy="40233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8313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9808" y="4251960"/>
            <a:ext cx="0" cy="256032"/>
          </a:xfrm>
          <a:prstGeom prst="line">
            <a:avLst/>
          </a:prstGeom>
          <a:noFill/>
          <a:ln w="25400">
            <a:solidFill>
              <a:srgbClr val="E1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07992"/>
            <a:ext cx="402336" cy="402336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4897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 →  git commit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187452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20116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main version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feature version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7F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feature-A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DECE8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conflict happens when Git can't automatically decide which change to keep — usually because the same line was edited in two branches. You resolve it manually, then commit.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SAFETY NET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&amp; Recovery Toolkit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asked in viva &amp; interviews — know when to use each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9202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history?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4231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local changes or unstage a file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1064240" cy="548640"/>
          </a:xfrm>
          <a:prstGeom prst="rect">
            <a:avLst/>
          </a:prstGeom>
          <a:solidFill>
            <a:srgbClr val="EFEFF6"/>
          </a:solidFill>
          <a:ln w="6350">
            <a:solidFill>
              <a:srgbClr val="E1E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HEAD; --soft keeps, --hard discards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(hard)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commit that undoes a shared one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safe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solidFill>
            <a:srgbClr val="EFEFF6"/>
          </a:solidFill>
          <a:ln w="6350">
            <a:solidFill>
              <a:srgbClr val="E1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069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HEAD movement — recovers lost commits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TIPS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git reset --hard on shared branches. Prefer revert over reset once work is pushed. And when something feels lost — git reflog is your best friend.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SHIP 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Code to a Live Website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html-demo-project, deployed with GitHub Pages — free hosting, straight from the repo.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5623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contributors' code merged into main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048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Settings → Pages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535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Deploy from a branch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5021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 ·  Folder: / (root)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05079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— GitHub builds &amp; hosts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532120" cy="1234440"/>
          </a:xfrm>
          <a:prstGeom prst="roundRect">
            <a:avLst>
              <a:gd name="adj" fmla="val 6667"/>
            </a:avLst>
          </a:prstGeom>
          <a:solidFill>
            <a:srgbClr val="E4F7F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292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pavithrab-wec.github.io/html-demo-project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187452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README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2468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explains what your project is and how to use it — the first thing anyone sees on your repo.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33558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3246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readme.so to build one visually — no Markdown required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397764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38679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contributors, tech stack &amp; screenshots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459943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44897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/ Claude to rate, audit &amp; fix your README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522122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51114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badges &amp; images to make your repo look professional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Command Cheat Sheet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today, in one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50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9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783080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15968" y="1783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350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679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1783080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3296" y="1783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2350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11896" y="2679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11896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311896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/ fetch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517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846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15968" y="3950208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15968" y="3950208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15968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44568" y="4517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4846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44568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44568" y="5504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83296" y="3950208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0C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83296" y="3950208"/>
            <a:ext cx="3566160" cy="420624"/>
          </a:xfrm>
          <a:prstGeom prst="roundRect">
            <a:avLst>
              <a:gd name="adj" fmla="val 1956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311896" y="4517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311896" y="4846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311896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311896" y="5504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GitHub Today, Build Your Future Tomorrow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1460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914400"/>
            <a:ext cx="146304" cy="146304"/>
          </a:xfrm>
          <a:prstGeom prst="ellipse">
            <a:avLst/>
          </a:prstGeom>
          <a:solidFill>
            <a:srgbClr val="3B4174"/>
          </a:solidFill>
          <a:ln w="12700">
            <a:solidFill>
              <a:srgbClr val="3B41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914400"/>
            <a:ext cx="146304" cy="146304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987552"/>
            <a:ext cx="8869680" cy="0"/>
          </a:xfrm>
          <a:prstGeom prst="line">
            <a:avLst/>
          </a:prstGeom>
          <a:noFill/>
          <a:ln w="19050">
            <a:solidFill>
              <a:srgbClr val="3B41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You, Juniors!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clone something, break it, and fix it with Git.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252B4D"/>
          </a:solidFill>
          <a:ln w="12700">
            <a:solidFill>
              <a:srgbClr val="454B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REPOSITORY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github.com/pavithraB-wec/html-demo-project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257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site: pavithrab-wec.github.io/html-demo-project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Pavithra B &amp; Ranjana Devi K  ·  ISE 3rd Year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2026-08-26T06:55:59Z</dcterms:created>
  <dcterms:modified xsi:type="dcterms:W3CDTF">2026-08-26T06:55:59Z</dcterms:modified>
</cp:coreProperties>
</file>